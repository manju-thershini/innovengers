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1" r:id="rId5"/>
    <p:sldId id="260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5C789-8784-E949-C65D-0C80111A04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413291-3A47-E452-D529-E19C7AC752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BD3D42-02F6-56EC-F48B-1A860805D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7C352-BB7E-4656-9CAE-1643CAA8E4BA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56C685-BF42-934E-6AE6-FA4667876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472478-1758-D589-6EA3-0BFB86B58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84B51-DEC8-4CF0-A896-067FBFA8C5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35566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196AB-0BA7-3767-92C8-D88F5FB14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C5FE33-0B7C-F999-99B5-F2DA32C7C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C3CE5D-3453-7B80-555E-34702791C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7C352-BB7E-4656-9CAE-1643CAA8E4BA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9C27CC-E888-F98F-F055-B4F6EC411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6AE6BC-9224-A73B-7296-AC5DF95CA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84B51-DEC8-4CF0-A896-067FBFA8C5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25022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477CC-1D4C-5151-7285-237DE568B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215E90-0032-5A54-022F-1B9456B665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4B046B-7612-5941-9D0F-13B291E32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7C352-BB7E-4656-9CAE-1643CAA8E4BA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77BFB3-3D30-E0C2-8EE2-365B2D51F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ECDEA0-A6AE-C830-D3F9-49B576E19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84B51-DEC8-4CF0-A896-067FBFA8C5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69399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F0516-F002-B30E-1E2B-840173472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F0F50B-3A3E-3BB0-5A4C-F0B521C455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10D60D-8E63-D5FA-DA3A-313316070C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D13703-C360-073F-75EC-24A8A754F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7C352-BB7E-4656-9CAE-1643CAA8E4BA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477D9D-7181-8124-073F-C9035732D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BAA3BE-B32B-D8E4-7399-F27ABD523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84B51-DEC8-4CF0-A896-067FBFA8C5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3945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FA6C6-97D2-CF45-D999-C1D90ECD8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05248B-CC9B-BFA3-ACD1-C26CA7EFE4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6E4427-F684-7E33-0940-7961850A4C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A3BC04-0078-E607-FBF6-E51D26BF7C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454165-EE3D-66D5-EC01-934238A7EB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680613-AF6F-972A-1A1D-12B2723E9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7C352-BB7E-4656-9CAE-1643CAA8E4BA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98D83C-DBC3-1EB1-5E98-317F07F03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6DB515-8A93-64CB-312F-B54F6C802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84B51-DEC8-4CF0-A896-067FBFA8C5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0056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B144F-6D5B-9F2C-E69D-999162BAE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76412F-2776-E333-4A03-DF798A5EB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7C352-BB7E-4656-9CAE-1643CAA8E4BA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D60135-40C1-6C1B-761B-B2D41C0D7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5BC892-176E-6F59-4ACD-892B4F244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84B51-DEC8-4CF0-A896-067FBFA8C5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7809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5BDC5E-9F94-FAC5-841D-115A6C033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7C352-BB7E-4656-9CAE-1643CAA8E4BA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6B4B88-E2E2-7C4B-1FE6-F00448420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6E4854-CAFB-71B6-5B09-FD938753F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84B51-DEC8-4CF0-A896-067FBFA8C5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3505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9F1E1-DE67-E059-625C-4544C2B12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82B520-72CE-E981-1426-ADD108ADEB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0ADFD5-424C-EC2E-F0B3-8A9A5CBA88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D320B8-923E-8352-0E0A-F2CB5CB31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7C352-BB7E-4656-9CAE-1643CAA8E4BA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B87BEF-7F13-8207-02BA-5ABFEE3AA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1C68D9-FAAA-DC14-30AE-2CF4B0F63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84B51-DEC8-4CF0-A896-067FBFA8C5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8451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F65A7-F4D1-CD47-4110-A2D30803F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BC3421-FBCA-B652-53CD-5B1097E9B1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D8240C-2223-1CBC-42AC-09F428A121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022160-7793-6578-BA1C-85CAD323A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7C352-BB7E-4656-9CAE-1643CAA8E4BA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EA9B35-7005-FFED-C65B-6119FC757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ED9747-FFD6-EF0F-CFBF-850C88EDE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84B51-DEC8-4CF0-A896-067FBFA8C5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49752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F85CE-D872-F816-D76B-9E96317E1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D54208-EDA6-D9A9-85BA-6FCFAEBF9A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1BDA6D-B277-DEED-BDB6-F9F66BCD3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7C352-BB7E-4656-9CAE-1643CAA8E4BA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7F86B6-1AED-E603-0B85-C6A00815C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431EE4-B50F-F258-6FCA-1818742C4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84B51-DEC8-4CF0-A896-067FBFA8C5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00195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A60DFE-08D0-6916-8442-60F4A77992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E4173F-E20A-E67F-26C0-D9C6F90970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44EABD-EF54-EC6B-DAB0-4BCA524E0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7C352-BB7E-4656-9CAE-1643CAA8E4BA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75BDC5-4956-8DF5-DA3E-9414ED740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CDB29D-2E0C-BE37-74CD-581FD78AB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84B51-DEC8-4CF0-A896-067FBFA8C5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2702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8D1404-DCDB-397D-5C26-682D5AF3C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400FCA-EAAE-2014-CE03-CC829695FB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0C34C-9E0B-A172-7797-151C0680E9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B7C352-BB7E-4656-9CAE-1643CAA8E4BA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974DFC-510D-78C9-AAD3-E5A3B25379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CA4D8F-4FAE-BD61-D369-E7EC4CCACD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284B51-DEC8-4CF0-A896-067FBFA8C5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3284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7BDD0-041A-2615-5A54-FEE4AC28D7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87B3C9-93EB-BD35-386A-96463DA33D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6498FC-FC45-69DC-3AE9-23F3C9C084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210" t="18727" r="11401" b="10803"/>
          <a:stretch>
            <a:fillRect/>
          </a:stretch>
        </p:blipFill>
        <p:spPr>
          <a:xfrm>
            <a:off x="806246" y="517154"/>
            <a:ext cx="10040374" cy="5823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9184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FC2C949-0924-4715-E628-E73ABD36AD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315" y="111094"/>
            <a:ext cx="11602065" cy="6482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5562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7C3C72D-072B-1C9E-EB42-9BEAF1BF3A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258" y="449029"/>
            <a:ext cx="10432026" cy="5748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103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53882DF-99AD-F199-DD68-6A2430FD0C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251" y="447038"/>
            <a:ext cx="10186219" cy="5678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5359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18C4D58-86F8-51CB-DA4C-B56726BD61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465" y="169003"/>
            <a:ext cx="10855948" cy="6084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1232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3377105-537B-DBE5-E7ED-BED78299A4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266" y="365908"/>
            <a:ext cx="11012128" cy="6170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0296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MAGAKAVIYA M</dc:creator>
  <cp:lastModifiedBy>MAGAKAVIYA M</cp:lastModifiedBy>
  <cp:revision>2</cp:revision>
  <dcterms:created xsi:type="dcterms:W3CDTF">2026-09-22T10:21:18Z</dcterms:created>
  <dcterms:modified xsi:type="dcterms:W3CDTF">2026-09-22T10:25:28Z</dcterms:modified>
</cp:coreProperties>
</file>